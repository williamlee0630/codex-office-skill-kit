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模擬教學資料</a:t>
            </a:r>
          </a:p>
          <a:p>
            <a:r>
              <a:t>來源：source.md，資料日期 2026-10-23，全部為模擬教學資料</a:t>
            </a:r>
          </a:p>
          <a:p>
            <a:r>
              <a:t>資料日期：2026-10-23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依原始工作紀錄第 1 節說明目的。這是模擬星河辦公室的內訓情境，不代表真實公司的承諾。</a:t>
            </a:r>
          </a:p>
          <a:p/>
          <a:p>
            <a:r>
              <a:t>來源：source.md，第 1 節</a:t>
            </a:r>
          </a:p>
          <a:p>
            <a:r>
              <a:t>資料日期：2026-10-23</a:t>
            </a:r>
          </a:p>
          <a:p>
            <a:r>
              <a:t>資料標示：模擬教學資料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依第 2 節，會議紀錄和 CSV 已完成模擬演練。收據欄位尚未全部確認，不得說成十個技能均已上線。</a:t>
            </a:r>
          </a:p>
          <a:p/>
          <a:p>
            <a:r>
              <a:t>來源：source.md，第 2 節</a:t>
            </a:r>
          </a:p>
          <a:p>
            <a:r>
              <a:t>資料日期：2026-10-23</a:t>
            </a:r>
          </a:p>
          <a:p>
            <a:r>
              <a:t>資料標示：模擬教學資料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依第 3 節，未提供成效數字，不可補寫節省時數或績效百分比。請由使用者確認安排，這不是已核准的期限。</a:t>
            </a:r>
          </a:p>
          <a:p/>
          <a:p>
            <a:r>
              <a:t>來源：source.md，第 3 節</a:t>
            </a:r>
          </a:p>
          <a:p>
            <a:r>
              <a:t>資料日期：2026-10-23</a:t>
            </a:r>
          </a:p>
          <a:p>
            <a:r>
              <a:t>資料標示：模擬教學資料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0">
                <a:solidFill>
                  <a:srgbClr val="B6D7D1"/>
                </a:solidFill>
                <a:latin typeface="Microsoft JhengHei"/>
              </a:defRPr>
            </a:pPr>
            <a:r>
              <a:t>模擬教學資料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515600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模擬內訓試辦進度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200" b="0">
                <a:solidFill>
                  <a:srgbClr val="DFEEEB"/>
                </a:solidFill>
                <a:latin typeface="Microsoft JhengHei"/>
              </a:defRPr>
            </a:pPr>
            <a:r>
              <a:t>以模擬資料核對辦公室技能操作流程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B6D7D1"/>
                </a:solidFill>
                <a:latin typeface="Microsoft JhengHei"/>
              </a:defRPr>
            </a:pPr>
            <a:r>
              <a:t>來源與資料日期見講者備註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37571"/>
                </a:solidFill>
                <a:latin typeface="Microsoft JhengHei"/>
              </a:defRPr>
            </a:pPr>
            <a:r>
              <a:t>01  模擬教學資料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200" b="1">
                <a:solidFill>
                  <a:srgbClr val="123E3B"/>
                </a:solidFill>
                <a:latin typeface="Microsoft JhengHei"/>
              </a:defRPr>
            </a:pPr>
            <a:r>
              <a:t>試辦目的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3566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20000"/>
              </a:lnSpc>
              <a:spcAft>
                <a:spcPts val="1700"/>
              </a:spcAft>
              <a:defRPr sz="2400" b="0">
                <a:solidFill>
                  <a:srgbClr val="203C39"/>
                </a:solidFill>
                <a:latin typeface="Microsoft JhengHei"/>
              </a:defRPr>
            </a:pPr>
            <a:r>
              <a:t>1.  先以模擬資料測試技能操作流程</a:t>
            </a:r>
          </a:p>
          <a:p>
            <a:pPr>
              <a:lnSpc>
                <a:spcPct val="120000"/>
              </a:lnSpc>
              <a:spcAft>
                <a:spcPts val="1700"/>
              </a:spcAft>
              <a:defRPr sz="2400">
                <a:solidFill>
                  <a:srgbClr val="203C39"/>
                </a:solidFill>
                <a:latin typeface="Microsoft JhengHei"/>
              </a:defRPr>
            </a:pPr>
            <a:r>
              <a:t>2.  練習資料不含真實客戶文件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537571"/>
                </a:solidFill>
                <a:latin typeface="Microsoft JhengHei"/>
              </a:defRPr>
            </a:pPr>
            <a:r>
              <a:t>來源與核對事項見講者備註   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37571"/>
                </a:solidFill>
                <a:latin typeface="Microsoft JhengHei"/>
              </a:defRPr>
            </a:pPr>
            <a:r>
              <a:t>02  模擬教學資料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200" b="1">
                <a:solidFill>
                  <a:srgbClr val="123E3B"/>
                </a:solidFill>
                <a:latin typeface="Microsoft JhengHei"/>
              </a:defRPr>
            </a:pPr>
            <a:r>
              <a:t>已確認進度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3566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20000"/>
              </a:lnSpc>
              <a:spcAft>
                <a:spcPts val="1700"/>
              </a:spcAft>
              <a:defRPr sz="2400" b="0">
                <a:solidFill>
                  <a:srgbClr val="203C39"/>
                </a:solidFill>
                <a:latin typeface="Microsoft JhengHei"/>
              </a:defRPr>
            </a:pPr>
            <a:r>
              <a:t>1.  已演練模擬會議紀錄與銷售資料</a:t>
            </a:r>
          </a:p>
          <a:p>
            <a:pPr>
              <a:lnSpc>
                <a:spcPct val="120000"/>
              </a:lnSpc>
              <a:spcAft>
                <a:spcPts val="1700"/>
              </a:spcAft>
              <a:defRPr sz="2400">
                <a:solidFill>
                  <a:srgbClr val="203C39"/>
                </a:solidFill>
                <a:latin typeface="Microsoft JhengHei"/>
              </a:defRPr>
            </a:pPr>
            <a:r>
              <a:t>2.  收據影像仍需人工逐欄核對</a:t>
            </a:r>
          </a:p>
          <a:p>
            <a:pPr>
              <a:lnSpc>
                <a:spcPct val="120000"/>
              </a:lnSpc>
              <a:spcAft>
                <a:spcPts val="1700"/>
              </a:spcAft>
              <a:defRPr sz="2400">
                <a:solidFill>
                  <a:srgbClr val="203C39"/>
                </a:solidFill>
                <a:latin typeface="Microsoft JhengHei"/>
              </a:defRPr>
            </a:pPr>
            <a:r>
              <a:t>3.  目前屬試辦演練，正式上線待確認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537571"/>
                </a:solidFill>
                <a:latin typeface="Microsoft JhengHei"/>
              </a:defRPr>
            </a:pPr>
            <a:r>
              <a:t>來源與核對事項見講者備註   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537571"/>
                </a:solidFill>
                <a:latin typeface="Microsoft JhengHei"/>
              </a:defRPr>
            </a:pPr>
            <a:r>
              <a:t>03  模擬教學資料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200" b="1">
                <a:solidFill>
                  <a:srgbClr val="123E3B"/>
                </a:solidFill>
                <a:latin typeface="Microsoft JhengHei"/>
              </a:defRPr>
            </a:pPr>
            <a:r>
              <a:t>待確認與下一步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3566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20000"/>
              </a:lnSpc>
              <a:spcAft>
                <a:spcPts val="1700"/>
              </a:spcAft>
              <a:defRPr sz="2400" b="0">
                <a:solidFill>
                  <a:srgbClr val="203C39"/>
                </a:solidFill>
                <a:latin typeface="Microsoft JhengHei"/>
              </a:defRPr>
            </a:pPr>
            <a:r>
              <a:t>1.  上線日期、參訓人數與預算待確認</a:t>
            </a:r>
          </a:p>
          <a:p>
            <a:pPr>
              <a:lnSpc>
                <a:spcPct val="120000"/>
              </a:lnSpc>
              <a:spcAft>
                <a:spcPts val="1700"/>
              </a:spcAft>
              <a:defRPr sz="2400">
                <a:solidFill>
                  <a:srgbClr val="203C39"/>
                </a:solidFill>
                <a:latin typeface="Microsoft JhengHei"/>
              </a:defRPr>
            </a:pPr>
            <a:r>
              <a:t>2.  負責人尚未提供，保留未知</a:t>
            </a:r>
          </a:p>
          <a:p>
            <a:pPr>
              <a:lnSpc>
                <a:spcPct val="120000"/>
              </a:lnSpc>
              <a:spcAft>
                <a:spcPts val="1700"/>
              </a:spcAft>
              <a:defRPr sz="2400">
                <a:solidFill>
                  <a:srgbClr val="203C39"/>
                </a:solidFill>
                <a:latin typeface="Microsoft JhengHei"/>
              </a:defRPr>
            </a:pPr>
            <a:r>
              <a:t>3.  下一步逐項核對輸出及訓練安排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537571"/>
                </a:solidFill>
                <a:latin typeface="Microsoft JhengHei"/>
              </a:defRPr>
            </a:pPr>
            <a:r>
              <a:t>來源與核對事項見講者備註   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模擬內訓試辦進度</dc:title>
  <dc:subject>source.md，資料日期 2026-10-23，全部為模擬教學資料</dc:subject>
  <dc:creator>AI 辦公室工具包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